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aeb78fad1b4c4c" /><Relationship Type="http://schemas.openxmlformats.org/officeDocument/2006/relationships/extended-properties" Target="/docProps/app.xml" Id="R3faefbce4a7b410e" /><Relationship Type="http://schemas.openxmlformats.org/officeDocument/2006/relationships/officeDocument" Target="/ppt/presentation.xml" Id="R557d8c5e4cf94e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0ee95db04e483c"/>
  </p:sldMasterIdLst>
  <p:notesMasterIdLst>
    <p:notesMasterId xmlns:r="http://schemas.openxmlformats.org/officeDocument/2006/relationships" r:id="R5d62d070c0b04348"/>
  </p:notesMasterIdLst>
  <p:sldIdLst>
    <p:sldId xmlns:r="http://schemas.openxmlformats.org/officeDocument/2006/relationships" id="256" r:id="Rf646c20e1e7246f2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ee95db04e483c" /><Relationship Type="http://schemas.openxmlformats.org/officeDocument/2006/relationships/theme" Target="/ppt/theme/theme1.xml" Id="R1aa67546790c4508" /><Relationship Type="http://schemas.openxmlformats.org/officeDocument/2006/relationships/notesMaster" Target="/ppt/notesMasters/notesMaster1.xml" Id="R5d62d070c0b04348" /><Relationship Type="http://schemas.openxmlformats.org/officeDocument/2006/relationships/presProps" Target="/ppt/presProps.xml" Id="R03cd887af10b4680" /><Relationship Type="http://schemas.openxmlformats.org/officeDocument/2006/relationships/viewProps" Target="/ppt/viewProps.xml" Id="R97d169c46f6e46c7" /><Relationship Type="http://schemas.openxmlformats.org/officeDocument/2006/relationships/tableStyles" Target="/ppt/tableStyles.xml" Id="R251350e21a034071" /><Relationship Type="http://schemas.openxmlformats.org/officeDocument/2006/relationships/slide" Target="/ppt/slides/slide1.xml" Id="Rf646c20e1e7246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2d393c8432342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c5e5aca064e53" /><Relationship Type="http://schemas.openxmlformats.org/officeDocument/2006/relationships/notesMaster" Target="/ppt/notesMasters/notesMaster1.xml" Id="Rc74674270f054d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9853e7fcc43fd" /></Relationships>
</file>

<file path=ppt/slideLayouts/slideLayout2.xml><?xml version="1.0" encoding="utf-8"?>
<p:sldLayout xmlns:p="http://schemas.openxmlformats.org/presentationml/2006/main" type="title">
  <p:cSld name="Title Slide">
    <p:bg xmlns:a="http://schemas.openxmlformats.org/drawingml/2006/main">
      <p:bgPr>
        <a:gradFill rotWithShape="1">
          <a:gsLst>
            <a:gs pos="0">
              <a:srgbClr val="112233"/>
            </a:gs>
            <a:gs pos="100000">
              <a:srgbClr val="44556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8C56C7BC-860D-40BF-8E3A-A2321C00209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462F75A1-8CA7-428A-9BB3-CF104CC1B06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4079D4-1D7D-49F3-B04B-1EC78AAE76D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E1A054-0A72-402B-86FC-FC105D516A6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B658E6-2094-4D2E-B787-8DD906C02A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badad9da0774b06" /><Relationship Type="http://schemas.openxmlformats.org/officeDocument/2006/relationships/slideLayout" Target="/ppt/slideLayouts/slideLayout2.xml" Id="Re0b64dc84e374220" /></Relationships>
</file>

<file path=ppt/slideMasters/slideMaster1.xml><?xml version="1.0" encoding="utf-8"?>
<p:sldMaster xmlns:p="http://schemas.openxmlformats.org/presentationml/2006/main">
  <p:cSld name="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219B19-E88E-450D-B93C-38BBB271E80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b64dc84e3742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e136eefd024f3a" /><Relationship Type="http://schemas.openxmlformats.org/officeDocument/2006/relationships/notesSlide" Target="/ppt/notesSlides/notesSlide1.xml" Id="R31ddb8da01be49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B658E6-2094-4D2E-B787-8DD906C02A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8DA0F-BC1A-4FDF-8432-B2F2DFC3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620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9050">
            <a:solidFill>
              <a:srgbClr val="B8C2CC"/>
            </a:solidFill>
            <a:prstDash val="solid"/>
          </a:ln>
        </p:spPr>
        <p:txBody>
          <a:bodyPr xmlns:a="http://schemas.openxmlformats.org/drawingml/2006/main" lIns="228600" tIns="190500" rIns="228600" bIns="66675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Layout gradient inheritance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7DF0C-0012-4E6B-8F80-8754E408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4495E"/>
                </a:solidFill>
              </a:defRPr>
            </a:pPr>
            <a:r>
              <a:rPr sz="1350">
                <a:solidFill>
                  <a:srgbClr val="34495E"/>
                </a:solidFill>
              </a:rPr>
              <a:t>The slide has no p:bg; the layout owns the gradient</a:t>
            </a:r>
          </a:p>
        </p:txBody>
      </p:sp>
    </p:spTree>
    <p:extLst>
      <p:ext uri="{BB962C8B-B14F-4D97-AF65-F5344CB8AC3E}">
        <p14:creationId xmlns:p14="http://schemas.microsoft.com/office/powerpoint/2010/main" val="550169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2026-07-18T13:09:21.1580000Z</dcterms:created>
  <dcterms:modified xsi:type="dcterms:W3CDTF">2026-07-18T13:09:21.1580000Z</dcterms:modified>
</coreProperties>
</file>