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559472571c44cf" /><Relationship Type="http://schemas.openxmlformats.org/officeDocument/2006/relationships/extended-properties" Target="/docProps/app.xml" Id="R9e46cdafd8b847d5" /><Relationship Type="http://schemas.openxmlformats.org/officeDocument/2006/relationships/officeDocument" Target="/ppt/presentation.xml" Id="R69b53983c36a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fc29c2df9447c7"/>
  </p:sldMasterIdLst>
  <p:notesMasterIdLst>
    <p:notesMasterId xmlns:r="http://schemas.openxmlformats.org/officeDocument/2006/relationships" r:id="R4d67274e6de043ea"/>
  </p:notesMasterIdLst>
  <p:sldIdLst>
    <p:sldId xmlns:r="http://schemas.openxmlformats.org/officeDocument/2006/relationships" id="256" r:id="Rc1cb2c9711c54aea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c29c2df9447c7" /><Relationship Type="http://schemas.openxmlformats.org/officeDocument/2006/relationships/theme" Target="/ppt/theme/theme1.xml" Id="Ra387878a6ee542ee" /><Relationship Type="http://schemas.openxmlformats.org/officeDocument/2006/relationships/notesMaster" Target="/ppt/notesMasters/notesMaster1.xml" Id="R4d67274e6de043ea" /><Relationship Type="http://schemas.openxmlformats.org/officeDocument/2006/relationships/presProps" Target="/ppt/presProps.xml" Id="Rbfc9a816e6af435b" /><Relationship Type="http://schemas.openxmlformats.org/officeDocument/2006/relationships/viewProps" Target="/ppt/viewProps.xml" Id="R257124c29676439e" /><Relationship Type="http://schemas.openxmlformats.org/officeDocument/2006/relationships/tableStyles" Target="/ppt/tableStyles.xml" Id="R9790888788b24443" /><Relationship Type="http://schemas.openxmlformats.org/officeDocument/2006/relationships/slide" Target="/ppt/slides/slide1.xml" Id="Rc1cb2c9711c54a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92370bcbdb48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807daf79445b0" /><Relationship Type="http://schemas.openxmlformats.org/officeDocument/2006/relationships/notesMaster" Target="/ppt/notesMasters/notesMaster1.xml" Id="R4945592ec6704f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d7e2af9bd426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F4EFC33-32B6-4ABF-B1CE-C9BD119ED71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0553641-73FA-4865-ADB7-36335709F00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3B218C-C384-492A-A5E5-6E73B00E0E0B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918200-53C5-4B5E-B360-A0050CD24AC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61EC6F-16C4-4F39-9388-8948649EE75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79f87638864ff8" /><Relationship Type="http://schemas.openxmlformats.org/officeDocument/2006/relationships/slideLayout" Target="/ppt/slideLayouts/slideLayout2.xml" Id="R0c1799c6da2645fa" /></Relationships>
</file>

<file path=ppt/slideMasters/slideMaster1.xml><?xml version="1.0" encoding="utf-8"?>
<p:sldMaster xmlns:p="http://schemas.openxmlformats.org/presentationml/2006/main">
  <p:cSld name="Master">
    <p:bg xmlns:a="http://schemas.openxmlformats.org/drawingml/2006/main">
      <p:bgRef idx="1001">
        <a:schemeClr val="accent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BE8FD50-9640-430F-B070-B861269C6F2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799c6da26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a04b2f86ab4f1c" /><Relationship Type="http://schemas.openxmlformats.org/officeDocument/2006/relationships/notesSlide" Target="/ppt/notesSlides/notesSlide1.xml" Id="R86b11f6ee1cd45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61EC6F-16C4-4F39-9388-8948649EE7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69C17-69F3-42AA-BC7C-F71ED677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19050">
            <a:solidFill>
              <a:srgbClr val="B8C2CC"/>
            </a:solidFill>
            <a:prstDash val="solid"/>
          </a:ln>
        </p:spPr>
        <p:txBody>
          <a:bodyPr xmlns:a="http://schemas.openxmlformats.org/drawingml/2006/main" lIns="228600" tIns="190500" rIns="228600" bIns="66675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02A"/>
                </a:solidFill>
              </a:defRPr>
            </a:pPr>
            <a:r>
              <a:rPr sz="2550" b="1">
                <a:solidFill>
                  <a:srgbClr val="17202A"/>
                </a:solidFill>
              </a:rPr>
              <a:t>Master background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D80CF-132E-4002-9CD0-48679E53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The master resolves bgRef 1001 through theme accent1</a:t>
            </a:r>
          </a:p>
        </p:txBody>
      </p:sp>
    </p:spTree>
    <p:extLst>
      <p:ext uri="{BB962C8B-B14F-4D97-AF65-F5344CB8AC3E}">
        <p14:creationId xmlns:p14="http://schemas.microsoft.com/office/powerpoint/2010/main" val="657396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4472C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5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2026-07-18T13:09:21.3110000Z</dcterms:created>
  <dcterms:modified xsi:type="dcterms:W3CDTF">2026-07-18T13:09:21.3110000Z</dcterms:modified>
</coreProperties>
</file>