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aa82892014c44" /><Relationship Type="http://schemas.openxmlformats.org/officeDocument/2006/relationships/extended-properties" Target="/docProps/app.xml" Id="R7efd079d2e25453d" /><Relationship Type="http://schemas.openxmlformats.org/officeDocument/2006/relationships/officeDocument" Target="/ppt/presentation.xml" Id="R9c936f69f54943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98efdbede4bac"/>
  </p:sldMasterIdLst>
  <p:notesMasterIdLst>
    <p:notesMasterId xmlns:r="http://schemas.openxmlformats.org/officeDocument/2006/relationships" r:id="Ra2df8e8dd7df48f6"/>
  </p:notesMasterIdLst>
  <p:sldIdLst>
    <p:sldId xmlns:r="http://schemas.openxmlformats.org/officeDocument/2006/relationships" id="256" r:id="Rd8a52acd011f4b7a"/>
    <p:sldId xmlns:r="http://schemas.openxmlformats.org/officeDocument/2006/relationships" id="257" r:id="R4ee59a9273534f56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98efdbede4bac" /><Relationship Type="http://schemas.openxmlformats.org/officeDocument/2006/relationships/theme" Target="/ppt/theme/theme1.xml" Id="Rb8e59016bdc047e1" /><Relationship Type="http://schemas.openxmlformats.org/officeDocument/2006/relationships/notesMaster" Target="/ppt/notesMasters/notesMaster1.xml" Id="Ra2df8e8dd7df48f6" /><Relationship Type="http://schemas.openxmlformats.org/officeDocument/2006/relationships/presProps" Target="/ppt/presProps.xml" Id="Rff24340064204f4c" /><Relationship Type="http://schemas.openxmlformats.org/officeDocument/2006/relationships/viewProps" Target="/ppt/viewProps.xml" Id="R2e3101bd9af344c4" /><Relationship Type="http://schemas.openxmlformats.org/officeDocument/2006/relationships/tableStyles" Target="/ppt/tableStyles.xml" Id="R90f65c10346d43a0" /><Relationship Type="http://schemas.openxmlformats.org/officeDocument/2006/relationships/slide" Target="/ppt/slides/slide1.xml" Id="Rd8a52acd011f4b7a" /><Relationship Type="http://schemas.openxmlformats.org/officeDocument/2006/relationships/slide" Target="/ppt/slides/slide2.xml" Id="R4ee59a9273534f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dd775ad7a9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a99bd420844a5" /><Relationship Type="http://schemas.openxmlformats.org/officeDocument/2006/relationships/notesMaster" Target="/ppt/notesMasters/notesMaster1.xml" Id="R9e760756344b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4457eedfbb4a52" /><Relationship Type="http://schemas.openxmlformats.org/officeDocument/2006/relationships/notesMaster" Target="/ppt/notesMasters/notesMaster1.xml" Id="Re67a9129806d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bcc0be5f245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B7CF271-92FF-40FA-AB55-FCA5B047E2D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82CAC0-3162-4D35-8141-AFE5355F506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D7EEA4-A5C2-4890-82AD-48CBCC9FA79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8DC045-522D-4799-889C-2828FECAA9A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4046ED-EF4A-4203-9353-4CE0C64A4B5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ec147266bb4309" /><Relationship Type="http://schemas.openxmlformats.org/officeDocument/2006/relationships/slideLayout" Target="/ppt/slideLayouts/slideLayout2.xml" Id="Rc21ad773311b4384" /></Relationships>
</file>

<file path=ppt/slideMasters/slideMaster1.xml><?xml version="1.0" encoding="utf-8"?>
<p:sldMaster xmlns:p="http://schemas.openxmlformats.org/presentationml/2006/main">
  <p:cSld name="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BBD7C5-33BC-4B9A-B25C-DD12668CCDE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1ad773311b43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ea10d8553c4548" /><Relationship Type="http://schemas.openxmlformats.org/officeDocument/2006/relationships/notesSlide" Target="/ppt/notesSlides/notesSlide1.xml" Id="R735290bad067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3eb3e86a0413d" /><Relationship Type="http://schemas.openxmlformats.org/officeDocument/2006/relationships/notesSlide" Target="/ppt/notesSlides/notesSlide2.xml" Id="R6ea2152b88c547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4046ED-EF4A-4203-9353-4CE0C64A4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0237D-C55B-4427-A155-F19724CB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9050">
            <a:solidFill>
              <a:srgbClr val="B8C2CC"/>
            </a:solidFill>
            <a:prstDash val="solid"/>
          </a:ln>
        </p:spPr>
        <p:txBody>
          <a:bodyPr xmlns:a="http://schemas.openxmlformats.org/drawingml/2006/main" lIns="228600" tIns="190500" rIns="228600" bIns="6667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Explicit red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C7816-031F-4740-921B-50FCD36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Slide 1 defines #C00000</a:t>
            </a:r>
          </a:p>
        </p:txBody>
      </p:sp>
    </p:spTree>
    <p:extLst>
      <p:ext uri="{BB962C8B-B14F-4D97-AF65-F5344CB8AC3E}">
        <p14:creationId xmlns:p14="http://schemas.microsoft.com/office/powerpoint/2010/main" val="18001606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4046ED-EF4A-4203-9353-4CE0C64A4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044D-D39F-498C-8CC7-FB7A3D1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9050">
            <a:solidFill>
              <a:srgbClr val="B8C2CC"/>
            </a:solidFill>
            <a:prstDash val="solid"/>
          </a:ln>
        </p:spPr>
        <p:txBody>
          <a:bodyPr xmlns:a="http://schemas.openxmlformats.org/drawingml/2006/main" lIns="228600" tIns="190500" rIns="228600" bIns="6667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No source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77320-214D-44DC-8864-11F4A574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Slide 2 must reset the rendered page to white</a:t>
            </a:r>
          </a:p>
        </p:txBody>
      </p:sp>
    </p:spTree>
    <p:extLst>
      <p:ext uri="{BB962C8B-B14F-4D97-AF65-F5344CB8AC3E}">
        <p14:creationId xmlns:p14="http://schemas.microsoft.com/office/powerpoint/2010/main" val="1584717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2026-07-18T13:09:20.7440000Z</dcterms:created>
  <dcterms:modified xsi:type="dcterms:W3CDTF">2026-07-18T13:09:20.7440000Z</dcterms:modified>
</coreProperties>
</file>